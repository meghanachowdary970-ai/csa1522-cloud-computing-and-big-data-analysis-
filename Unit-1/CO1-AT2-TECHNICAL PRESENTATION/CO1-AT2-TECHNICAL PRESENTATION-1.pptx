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83" r:id="rId3"/>
    <p:sldId id="284" r:id="rId4"/>
    <p:sldId id="281" r:id="rId5"/>
    <p:sldId id="264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86" r:id="rId15"/>
    <p:sldId id="287" r:id="rId16"/>
    <p:sldId id="28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C8EFBB-29AD-4127-92FE-5A442406E005}" v="2" dt="2026-07-26T15:27:21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72" y="3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thi Ravuru" userId="c2ad5127868e685d" providerId="LiveId" clId="{77040211-5B12-4B20-8A2C-BCA35A3E781A}"/>
    <pc:docChg chg="custSel addSld delSld modSld sldOrd">
      <pc:chgData name="Pranathi Ravuru" userId="c2ad5127868e685d" providerId="LiveId" clId="{77040211-5B12-4B20-8A2C-BCA35A3E781A}" dt="2026-07-26T15:27:21.203" v="766"/>
      <pc:docMkLst>
        <pc:docMk/>
      </pc:docMkLst>
      <pc:sldChg chg="addSp delSp modSp mod">
        <pc:chgData name="Pranathi Ravuru" userId="c2ad5127868e685d" providerId="LiveId" clId="{77040211-5B12-4B20-8A2C-BCA35A3E781A}" dt="2026-07-23T08:39:53.019" v="696" actId="22"/>
        <pc:sldMkLst>
          <pc:docMk/>
          <pc:sldMk cId="0" sldId="256"/>
        </pc:sldMkLst>
        <pc:spChg chg="add">
          <ac:chgData name="Pranathi Ravuru" userId="c2ad5127868e685d" providerId="LiveId" clId="{77040211-5B12-4B20-8A2C-BCA35A3E781A}" dt="2026-07-23T08:38:54.659" v="687" actId="22"/>
          <ac:spMkLst>
            <pc:docMk/>
            <pc:sldMk cId="0" sldId="256"/>
            <ac:spMk id="3" creationId="{869A79B4-EA66-DCB3-01FB-00F9EE3D6C06}"/>
          </ac:spMkLst>
        </pc:spChg>
        <pc:spChg chg="add">
          <ac:chgData name="Pranathi Ravuru" userId="c2ad5127868e685d" providerId="LiveId" clId="{77040211-5B12-4B20-8A2C-BCA35A3E781A}" dt="2026-07-23T08:39:53.019" v="696" actId="22"/>
          <ac:spMkLst>
            <pc:docMk/>
            <pc:sldMk cId="0" sldId="256"/>
            <ac:spMk id="5" creationId="{CF86EE8B-F93D-7262-C03C-99C6BAA9C451}"/>
          </ac:spMkLst>
        </pc:spChg>
        <pc:spChg chg="add mod">
          <ac:chgData name="Pranathi Ravuru" userId="c2ad5127868e685d" providerId="LiveId" clId="{77040211-5B12-4B20-8A2C-BCA35A3E781A}" dt="2026-07-23T07:31:24.623" v="321" actId="1076"/>
          <ac:spMkLst>
            <pc:docMk/>
            <pc:sldMk cId="0" sldId="256"/>
            <ac:spMk id="6" creationId="{37BA6986-4ED5-E0EA-64D9-8CFD544C2327}"/>
          </ac:spMkLst>
        </pc:spChg>
        <pc:spChg chg="add mod">
          <ac:chgData name="Pranathi Ravuru" userId="c2ad5127868e685d" providerId="LiveId" clId="{77040211-5B12-4B20-8A2C-BCA35A3E781A}" dt="2026-07-23T07:30:17.578" v="301" actId="113"/>
          <ac:spMkLst>
            <pc:docMk/>
            <pc:sldMk cId="0" sldId="256"/>
            <ac:spMk id="9" creationId="{9E7873C2-27AC-5461-3EAE-90C3016E6A90}"/>
          </ac:spMkLst>
        </pc:spChg>
      </pc:sldChg>
      <pc:sldChg chg="addSp delSp modSp mod">
        <pc:chgData name="Pranathi Ravuru" userId="c2ad5127868e685d" providerId="LiveId" clId="{77040211-5B12-4B20-8A2C-BCA35A3E781A}" dt="2026-07-23T08:39:55.186" v="697" actId="22"/>
        <pc:sldMkLst>
          <pc:docMk/>
          <pc:sldMk cId="0" sldId="257"/>
        </pc:sldMkLst>
        <pc:spChg chg="mod">
          <ac:chgData name="Pranathi Ravuru" userId="c2ad5127868e685d" providerId="LiveId" clId="{77040211-5B12-4B20-8A2C-BCA35A3E781A}" dt="2026-07-23T07:33:45.764" v="352" actId="1076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Pranathi Ravuru" userId="c2ad5127868e685d" providerId="LiveId" clId="{77040211-5B12-4B20-8A2C-BCA35A3E781A}" dt="2026-07-23T07:33:37.471" v="350" actId="1076"/>
          <ac:spMkLst>
            <pc:docMk/>
            <pc:sldMk cId="0" sldId="257"/>
            <ac:spMk id="4" creationId="{4F657066-30C6-E252-46D3-F7051A34E639}"/>
          </ac:spMkLst>
        </pc:spChg>
        <pc:spChg chg="add">
          <ac:chgData name="Pranathi Ravuru" userId="c2ad5127868e685d" providerId="LiveId" clId="{77040211-5B12-4B20-8A2C-BCA35A3E781A}" dt="2026-07-23T08:38:57.008" v="688" actId="22"/>
          <ac:spMkLst>
            <pc:docMk/>
            <pc:sldMk cId="0" sldId="257"/>
            <ac:spMk id="5" creationId="{11E0A019-08F8-2E9D-E44C-AF069BB84E50}"/>
          </ac:spMkLst>
        </pc:spChg>
        <pc:spChg chg="add">
          <ac:chgData name="Pranathi Ravuru" userId="c2ad5127868e685d" providerId="LiveId" clId="{77040211-5B12-4B20-8A2C-BCA35A3E781A}" dt="2026-07-23T08:39:55.186" v="697" actId="22"/>
          <ac:spMkLst>
            <pc:docMk/>
            <pc:sldMk cId="0" sldId="257"/>
            <ac:spMk id="7" creationId="{23603777-6494-5862-CE94-F65B3B1C192E}"/>
          </ac:spMkLst>
        </pc:spChg>
      </pc:sldChg>
      <pc:sldChg chg="addSp delSp modSp mod">
        <pc:chgData name="Pranathi Ravuru" userId="c2ad5127868e685d" providerId="LiveId" clId="{77040211-5B12-4B20-8A2C-BCA35A3E781A}" dt="2026-07-23T08:39:57.396" v="698" actId="22"/>
        <pc:sldMkLst>
          <pc:docMk/>
          <pc:sldMk cId="0" sldId="258"/>
        </pc:sldMkLst>
        <pc:spChg chg="add">
          <ac:chgData name="Pranathi Ravuru" userId="c2ad5127868e685d" providerId="LiveId" clId="{77040211-5B12-4B20-8A2C-BCA35A3E781A}" dt="2026-07-23T08:38:59.025" v="689" actId="22"/>
          <ac:spMkLst>
            <pc:docMk/>
            <pc:sldMk cId="0" sldId="258"/>
            <ac:spMk id="3" creationId="{CF967D04-3086-BC2A-4C26-3467C27A9488}"/>
          </ac:spMkLst>
        </pc:spChg>
        <pc:spChg chg="add">
          <ac:chgData name="Pranathi Ravuru" userId="c2ad5127868e685d" providerId="LiveId" clId="{77040211-5B12-4B20-8A2C-BCA35A3E781A}" dt="2026-07-23T08:39:57.396" v="698" actId="22"/>
          <ac:spMkLst>
            <pc:docMk/>
            <pc:sldMk cId="0" sldId="258"/>
            <ac:spMk id="5" creationId="{9D7EFE95-0F22-6E48-52F9-F4F96E03E927}"/>
          </ac:spMkLst>
        </pc:spChg>
        <pc:spChg chg="add mod">
          <ac:chgData name="Pranathi Ravuru" userId="c2ad5127868e685d" providerId="LiveId" clId="{77040211-5B12-4B20-8A2C-BCA35A3E781A}" dt="2026-07-23T07:36:50.537" v="382" actId="14100"/>
          <ac:spMkLst>
            <pc:docMk/>
            <pc:sldMk cId="0" sldId="258"/>
            <ac:spMk id="7" creationId="{19B37F83-FF6B-6B43-E0B9-A133E3F54BAE}"/>
          </ac:spMkLst>
        </pc:spChg>
        <pc:spChg chg="add mod">
          <ac:chgData name="Pranathi Ravuru" userId="c2ad5127868e685d" providerId="LiveId" clId="{77040211-5B12-4B20-8A2C-BCA35A3E781A}" dt="2026-07-23T07:35:02.401" v="366" actId="1076"/>
          <ac:spMkLst>
            <pc:docMk/>
            <pc:sldMk cId="0" sldId="258"/>
            <ac:spMk id="9" creationId="{AC4323F8-6CE1-73E6-33F3-E77A4493BECB}"/>
          </ac:spMkLst>
        </pc:spChg>
      </pc:sldChg>
      <pc:sldChg chg="addSp delSp modSp mod">
        <pc:chgData name="Pranathi Ravuru" userId="c2ad5127868e685d" providerId="LiveId" clId="{77040211-5B12-4B20-8A2C-BCA35A3E781A}" dt="2026-07-23T08:40:58.249" v="706" actId="1076"/>
        <pc:sldMkLst>
          <pc:docMk/>
          <pc:sldMk cId="0" sldId="259"/>
        </pc:sldMkLst>
        <pc:spChg chg="add">
          <ac:chgData name="Pranathi Ravuru" userId="c2ad5127868e685d" providerId="LiveId" clId="{77040211-5B12-4B20-8A2C-BCA35A3E781A}" dt="2026-07-23T08:39:01.397" v="690" actId="22"/>
          <ac:spMkLst>
            <pc:docMk/>
            <pc:sldMk cId="0" sldId="259"/>
            <ac:spMk id="3" creationId="{D3CDA8AD-6641-6FAB-3CA1-2090616D74E9}"/>
          </ac:spMkLst>
        </pc:spChg>
        <pc:spChg chg="add">
          <ac:chgData name="Pranathi Ravuru" userId="c2ad5127868e685d" providerId="LiveId" clId="{77040211-5B12-4B20-8A2C-BCA35A3E781A}" dt="2026-07-23T08:39:59.769" v="699" actId="22"/>
          <ac:spMkLst>
            <pc:docMk/>
            <pc:sldMk cId="0" sldId="259"/>
            <ac:spMk id="5" creationId="{2CCE0F6A-71F7-8BA6-C98A-3AE0F843F597}"/>
          </ac:spMkLst>
        </pc:spChg>
        <pc:spChg chg="add mod">
          <ac:chgData name="Pranathi Ravuru" userId="c2ad5127868e685d" providerId="LiveId" clId="{77040211-5B12-4B20-8A2C-BCA35A3E781A}" dt="2026-07-23T07:36:11.322" v="374" actId="255"/>
          <ac:spMkLst>
            <pc:docMk/>
            <pc:sldMk cId="0" sldId="259"/>
            <ac:spMk id="7" creationId="{F5332DBF-241C-1503-4FE9-DD171C7A1CAE}"/>
          </ac:spMkLst>
        </pc:spChg>
        <pc:picChg chg="add mod">
          <ac:chgData name="Pranathi Ravuru" userId="c2ad5127868e685d" providerId="LiveId" clId="{77040211-5B12-4B20-8A2C-BCA35A3E781A}" dt="2026-07-23T08:40:58.249" v="706" actId="1076"/>
          <ac:picMkLst>
            <pc:docMk/>
            <pc:sldMk cId="0" sldId="259"/>
            <ac:picMk id="11" creationId="{8DA42DA2-B6F6-762E-E0D6-8D77452174E9}"/>
          </ac:picMkLst>
        </pc:picChg>
      </pc:sldChg>
      <pc:sldChg chg="addSp delSp modSp mod">
        <pc:chgData name="Pranathi Ravuru" userId="c2ad5127868e685d" providerId="LiveId" clId="{77040211-5B12-4B20-8A2C-BCA35A3E781A}" dt="2026-07-23T08:40:02.305" v="700" actId="22"/>
        <pc:sldMkLst>
          <pc:docMk/>
          <pc:sldMk cId="0" sldId="260"/>
        </pc:sldMkLst>
        <pc:spChg chg="add">
          <ac:chgData name="Pranathi Ravuru" userId="c2ad5127868e685d" providerId="LiveId" clId="{77040211-5B12-4B20-8A2C-BCA35A3E781A}" dt="2026-07-23T08:39:04.084" v="691" actId="22"/>
          <ac:spMkLst>
            <pc:docMk/>
            <pc:sldMk cId="0" sldId="260"/>
            <ac:spMk id="3" creationId="{E0B7367F-F5AB-BFCA-DC3E-D3C5601EDB80}"/>
          </ac:spMkLst>
        </pc:spChg>
        <pc:spChg chg="add">
          <ac:chgData name="Pranathi Ravuru" userId="c2ad5127868e685d" providerId="LiveId" clId="{77040211-5B12-4B20-8A2C-BCA35A3E781A}" dt="2026-07-23T08:40:02.305" v="700" actId="22"/>
          <ac:spMkLst>
            <pc:docMk/>
            <pc:sldMk cId="0" sldId="260"/>
            <ac:spMk id="5" creationId="{6E4F52EB-F424-06E3-A4E9-68DD2242DE07}"/>
          </ac:spMkLst>
        </pc:spChg>
        <pc:spChg chg="add mod">
          <ac:chgData name="Pranathi Ravuru" userId="c2ad5127868e685d" providerId="LiveId" clId="{77040211-5B12-4B20-8A2C-BCA35A3E781A}" dt="2026-07-23T07:40:28.367" v="410" actId="255"/>
          <ac:spMkLst>
            <pc:docMk/>
            <pc:sldMk cId="0" sldId="260"/>
            <ac:spMk id="9" creationId="{02D2A489-2DA9-E80D-193B-C2B4840CF3C7}"/>
          </ac:spMkLst>
        </pc:spChg>
        <pc:spChg chg="add mod">
          <ac:chgData name="Pranathi Ravuru" userId="c2ad5127868e685d" providerId="LiveId" clId="{77040211-5B12-4B20-8A2C-BCA35A3E781A}" dt="2026-07-23T07:40:04.579" v="407" actId="1076"/>
          <ac:spMkLst>
            <pc:docMk/>
            <pc:sldMk cId="0" sldId="260"/>
            <ac:spMk id="11" creationId="{E3781F3A-609E-2629-64F9-192421AE12A7}"/>
          </ac:spMkLst>
        </pc:spChg>
      </pc:sldChg>
      <pc:sldChg chg="addSp delSp modSp mod">
        <pc:chgData name="Pranathi Ravuru" userId="c2ad5127868e685d" providerId="LiveId" clId="{77040211-5B12-4B20-8A2C-BCA35A3E781A}" dt="2026-07-23T08:40:04.940" v="701" actId="22"/>
        <pc:sldMkLst>
          <pc:docMk/>
          <pc:sldMk cId="0" sldId="261"/>
        </pc:sldMkLst>
        <pc:spChg chg="add">
          <ac:chgData name="Pranathi Ravuru" userId="c2ad5127868e685d" providerId="LiveId" clId="{77040211-5B12-4B20-8A2C-BCA35A3E781A}" dt="2026-07-23T08:39:06.859" v="692" actId="22"/>
          <ac:spMkLst>
            <pc:docMk/>
            <pc:sldMk cId="0" sldId="261"/>
            <ac:spMk id="3" creationId="{71A414FA-4244-9DFB-068F-238C1C5D8DFE}"/>
          </ac:spMkLst>
        </pc:spChg>
        <pc:spChg chg="add">
          <ac:chgData name="Pranathi Ravuru" userId="c2ad5127868e685d" providerId="LiveId" clId="{77040211-5B12-4B20-8A2C-BCA35A3E781A}" dt="2026-07-23T08:40:04.940" v="701" actId="22"/>
          <ac:spMkLst>
            <pc:docMk/>
            <pc:sldMk cId="0" sldId="261"/>
            <ac:spMk id="5" creationId="{C68DEF68-D1A9-3756-FF04-BCD11CD66AF9}"/>
          </ac:spMkLst>
        </pc:spChg>
        <pc:spChg chg="add mod">
          <ac:chgData name="Pranathi Ravuru" userId="c2ad5127868e685d" providerId="LiveId" clId="{77040211-5B12-4B20-8A2C-BCA35A3E781A}" dt="2026-07-23T07:42:22.407" v="431"/>
          <ac:spMkLst>
            <pc:docMk/>
            <pc:sldMk cId="0" sldId="261"/>
            <ac:spMk id="9" creationId="{4AC29908-3874-D49B-AD9B-958F7FD39364}"/>
          </ac:spMkLst>
        </pc:spChg>
        <pc:spChg chg="add mod">
          <ac:chgData name="Pranathi Ravuru" userId="c2ad5127868e685d" providerId="LiveId" clId="{77040211-5B12-4B20-8A2C-BCA35A3E781A}" dt="2026-07-23T07:42:39.005" v="436" actId="1076"/>
          <ac:spMkLst>
            <pc:docMk/>
            <pc:sldMk cId="0" sldId="261"/>
            <ac:spMk id="11" creationId="{ECB9A7D8-2D91-0607-B731-97864D382465}"/>
          </ac:spMkLst>
        </pc:spChg>
      </pc:sldChg>
      <pc:sldChg chg="addSp delSp modSp new mod">
        <pc:chgData name="Pranathi Ravuru" userId="c2ad5127868e685d" providerId="LiveId" clId="{77040211-5B12-4B20-8A2C-BCA35A3E781A}" dt="2026-07-23T08:40:08.295" v="702" actId="22"/>
        <pc:sldMkLst>
          <pc:docMk/>
          <pc:sldMk cId="767720875" sldId="262"/>
        </pc:sldMkLst>
        <pc:spChg chg="add">
          <ac:chgData name="Pranathi Ravuru" userId="c2ad5127868e685d" providerId="LiveId" clId="{77040211-5B12-4B20-8A2C-BCA35A3E781A}" dt="2026-07-23T08:39:10.683" v="693" actId="22"/>
          <ac:spMkLst>
            <pc:docMk/>
            <pc:sldMk cId="767720875" sldId="262"/>
            <ac:spMk id="3" creationId="{B9528BAF-C8E5-F489-FC3B-727DF5797AC0}"/>
          </ac:spMkLst>
        </pc:spChg>
        <pc:spChg chg="add mod">
          <ac:chgData name="Pranathi Ravuru" userId="c2ad5127868e685d" providerId="LiveId" clId="{77040211-5B12-4B20-8A2C-BCA35A3E781A}" dt="2026-07-23T08:25:53.678" v="472" actId="1076"/>
          <ac:spMkLst>
            <pc:docMk/>
            <pc:sldMk cId="767720875" sldId="262"/>
            <ac:spMk id="5" creationId="{F2B34896-6A43-AAF7-1509-FFE131A81D45}"/>
          </ac:spMkLst>
        </pc:spChg>
        <pc:spChg chg="add">
          <ac:chgData name="Pranathi Ravuru" userId="c2ad5127868e685d" providerId="LiveId" clId="{77040211-5B12-4B20-8A2C-BCA35A3E781A}" dt="2026-07-23T08:40:08.295" v="702" actId="22"/>
          <ac:spMkLst>
            <pc:docMk/>
            <pc:sldMk cId="767720875" sldId="262"/>
            <ac:spMk id="6" creationId="{C5EF16C1-A12C-845D-20B9-8226AAC87D77}"/>
          </ac:spMkLst>
        </pc:spChg>
        <pc:spChg chg="add mod">
          <ac:chgData name="Pranathi Ravuru" userId="c2ad5127868e685d" providerId="LiveId" clId="{77040211-5B12-4B20-8A2C-BCA35A3E781A}" dt="2026-07-23T08:39:21.077" v="695" actId="1076"/>
          <ac:spMkLst>
            <pc:docMk/>
            <pc:sldMk cId="767720875" sldId="262"/>
            <ac:spMk id="7" creationId="{E2059C44-A7A0-3657-A7BE-DDA8B118B02B}"/>
          </ac:spMkLst>
        </pc:spChg>
      </pc:sldChg>
      <pc:sldChg chg="addSp delSp modSp new mod">
        <pc:chgData name="Pranathi Ravuru" userId="c2ad5127868e685d" providerId="LiveId" clId="{77040211-5B12-4B20-8A2C-BCA35A3E781A}" dt="2026-07-23T08:40:11.111" v="703" actId="22"/>
        <pc:sldMkLst>
          <pc:docMk/>
          <pc:sldMk cId="3562438110" sldId="263"/>
        </pc:sldMkLst>
        <pc:spChg chg="add">
          <ac:chgData name="Pranathi Ravuru" userId="c2ad5127868e685d" providerId="LiveId" clId="{77040211-5B12-4B20-8A2C-BCA35A3E781A}" dt="2026-07-23T08:39:13.113" v="694" actId="22"/>
          <ac:spMkLst>
            <pc:docMk/>
            <pc:sldMk cId="3562438110" sldId="263"/>
            <ac:spMk id="3" creationId="{20703B18-3792-4433-4F91-C41C36DF197C}"/>
          </ac:spMkLst>
        </pc:spChg>
        <pc:spChg chg="add mod">
          <ac:chgData name="Pranathi Ravuru" userId="c2ad5127868e685d" providerId="LiveId" clId="{77040211-5B12-4B20-8A2C-BCA35A3E781A}" dt="2026-07-23T08:28:44.234" v="505" actId="1076"/>
          <ac:spMkLst>
            <pc:docMk/>
            <pc:sldMk cId="3562438110" sldId="263"/>
            <ac:spMk id="5" creationId="{25A713AE-195C-31D3-0BCC-B5E76950CB5A}"/>
          </ac:spMkLst>
        </pc:spChg>
        <pc:spChg chg="add">
          <ac:chgData name="Pranathi Ravuru" userId="c2ad5127868e685d" providerId="LiveId" clId="{77040211-5B12-4B20-8A2C-BCA35A3E781A}" dt="2026-07-23T08:40:11.111" v="703" actId="22"/>
          <ac:spMkLst>
            <pc:docMk/>
            <pc:sldMk cId="3562438110" sldId="263"/>
            <ac:spMk id="6" creationId="{992A83DA-38F7-8D7C-B4C2-6ECD1CD78D28}"/>
          </ac:spMkLst>
        </pc:spChg>
        <pc:spChg chg="add mod">
          <ac:chgData name="Pranathi Ravuru" userId="c2ad5127868e685d" providerId="LiveId" clId="{77040211-5B12-4B20-8A2C-BCA35A3E781A}" dt="2026-07-23T08:28:39.645" v="504" actId="1076"/>
          <ac:spMkLst>
            <pc:docMk/>
            <pc:sldMk cId="3562438110" sldId="263"/>
            <ac:spMk id="7" creationId="{498BF103-588E-0E00-EFC8-B96866A64E50}"/>
          </ac:spMkLst>
        </pc:spChg>
      </pc:sldChg>
      <pc:sldChg chg="addSp modSp new mod ord">
        <pc:chgData name="Pranathi Ravuru" userId="c2ad5127868e685d" providerId="LiveId" clId="{77040211-5B12-4B20-8A2C-BCA35A3E781A}" dt="2026-07-23T08:58:56.169" v="739"/>
        <pc:sldMkLst>
          <pc:docMk/>
          <pc:sldMk cId="4229021929" sldId="264"/>
        </pc:sldMkLst>
        <pc:spChg chg="add mod">
          <ac:chgData name="Pranathi Ravuru" userId="c2ad5127868e685d" providerId="LiveId" clId="{77040211-5B12-4B20-8A2C-BCA35A3E781A}" dt="2026-07-23T08:40:38.475" v="705" actId="1076"/>
          <ac:spMkLst>
            <pc:docMk/>
            <pc:sldMk cId="4229021929" sldId="264"/>
            <ac:spMk id="3" creationId="{C5CC642E-A3A2-056B-FDE1-5292BB9F77ED}"/>
          </ac:spMkLst>
        </pc:spChg>
        <pc:spChg chg="add mod">
          <ac:chgData name="Pranathi Ravuru" userId="c2ad5127868e685d" providerId="LiveId" clId="{77040211-5B12-4B20-8A2C-BCA35A3E781A}" dt="2026-07-23T08:38:49.981" v="686" actId="14100"/>
          <ac:spMkLst>
            <pc:docMk/>
            <pc:sldMk cId="4229021929" sldId="264"/>
            <ac:spMk id="4" creationId="{CDDEE557-DE99-4379-9416-B8193502CC83}"/>
          </ac:spMkLst>
        </pc:spChg>
        <pc:spChg chg="add mod">
          <ac:chgData name="Pranathi Ravuru" userId="c2ad5127868e685d" providerId="LiveId" clId="{77040211-5B12-4B20-8A2C-BCA35A3E781A}" dt="2026-07-23T08:38:44.434" v="685" actId="14100"/>
          <ac:spMkLst>
            <pc:docMk/>
            <pc:sldMk cId="4229021929" sldId="264"/>
            <ac:spMk id="6" creationId="{A98A55AD-BFC2-13A4-573F-4B56CD58A06B}"/>
          </ac:spMkLst>
        </pc:spChg>
      </pc:sldChg>
      <pc:sldChg chg="modSp add mod ord">
        <pc:chgData name="Pranathi Ravuru" userId="c2ad5127868e685d" providerId="LiveId" clId="{77040211-5B12-4B20-8A2C-BCA35A3E781A}" dt="2026-07-23T09:02:06.494" v="749" actId="1076"/>
        <pc:sldMkLst>
          <pc:docMk/>
          <pc:sldMk cId="2124580116" sldId="281"/>
        </pc:sldMkLst>
        <pc:spChg chg="mod">
          <ac:chgData name="Pranathi Ravuru" userId="c2ad5127868e685d" providerId="LiveId" clId="{77040211-5B12-4B20-8A2C-BCA35A3E781A}" dt="2026-07-23T08:45:00.027" v="716" actId="20577"/>
          <ac:spMkLst>
            <pc:docMk/>
            <pc:sldMk cId="2124580116" sldId="281"/>
            <ac:spMk id="2" creationId="{00000000-0000-0000-0000-000000000000}"/>
          </ac:spMkLst>
        </pc:spChg>
        <pc:spChg chg="mod">
          <ac:chgData name="Pranathi Ravuru" userId="c2ad5127868e685d" providerId="LiveId" clId="{77040211-5B12-4B20-8A2C-BCA35A3E781A}" dt="2026-07-23T09:02:01.467" v="748" actId="1076"/>
          <ac:spMkLst>
            <pc:docMk/>
            <pc:sldMk cId="2124580116" sldId="281"/>
            <ac:spMk id="4" creationId="{00000000-0000-0000-0000-000000000000}"/>
          </ac:spMkLst>
        </pc:spChg>
        <pc:spChg chg="mod">
          <ac:chgData name="Pranathi Ravuru" userId="c2ad5127868e685d" providerId="LiveId" clId="{77040211-5B12-4B20-8A2C-BCA35A3E781A}" dt="2026-07-23T09:02:06.494" v="749" actId="1076"/>
          <ac:spMkLst>
            <pc:docMk/>
            <pc:sldMk cId="2124580116" sldId="281"/>
            <ac:spMk id="5" creationId="{00000000-0000-0000-0000-000000000000}"/>
          </ac:spMkLst>
        </pc:spChg>
        <pc:picChg chg="mod">
          <ac:chgData name="Pranathi Ravuru" userId="c2ad5127868e685d" providerId="LiveId" clId="{77040211-5B12-4B20-8A2C-BCA35A3E781A}" dt="2026-07-23T08:40:20.894" v="704" actId="14100"/>
          <ac:picMkLst>
            <pc:docMk/>
            <pc:sldMk cId="2124580116" sldId="281"/>
            <ac:picMk id="6" creationId="{00000000-0000-0000-0000-000000000000}"/>
          </ac:picMkLst>
        </pc:picChg>
      </pc:sldChg>
      <pc:sldChg chg="addSp delSp modSp new mod ord">
        <pc:chgData name="Pranathi Ravuru" userId="c2ad5127868e685d" providerId="LiveId" clId="{77040211-5B12-4B20-8A2C-BCA35A3E781A}" dt="2026-07-23T08:58:15.013" v="731" actId="27614"/>
        <pc:sldMkLst>
          <pc:docMk/>
          <pc:sldMk cId="1528956831" sldId="282"/>
        </pc:sldMkLst>
        <pc:picChg chg="add mod">
          <ac:chgData name="Pranathi Ravuru" userId="c2ad5127868e685d" providerId="LiveId" clId="{77040211-5B12-4B20-8A2C-BCA35A3E781A}" dt="2026-07-23T08:58:15.013" v="731" actId="27614"/>
          <ac:picMkLst>
            <pc:docMk/>
            <pc:sldMk cId="1528956831" sldId="282"/>
            <ac:picMk id="5" creationId="{8E50E006-BDA0-D687-7971-82B7DA1AC700}"/>
          </ac:picMkLst>
        </pc:picChg>
      </pc:sldChg>
      <pc:sldChg chg="addSp delSp modSp new mod ord">
        <pc:chgData name="Pranathi Ravuru" userId="c2ad5127868e685d" providerId="LiveId" clId="{77040211-5B12-4B20-8A2C-BCA35A3E781A}" dt="2026-07-23T08:58:31.696" v="735" actId="27614"/>
        <pc:sldMkLst>
          <pc:docMk/>
          <pc:sldMk cId="2106781679" sldId="283"/>
        </pc:sldMkLst>
        <pc:picChg chg="add mod">
          <ac:chgData name="Pranathi Ravuru" userId="c2ad5127868e685d" providerId="LiveId" clId="{77040211-5B12-4B20-8A2C-BCA35A3E781A}" dt="2026-07-23T08:58:31.696" v="735" actId="27614"/>
          <ac:picMkLst>
            <pc:docMk/>
            <pc:sldMk cId="2106781679" sldId="283"/>
            <ac:picMk id="5" creationId="{D9323A07-A53A-6806-B20D-B3635937E20A}"/>
          </ac:picMkLst>
        </pc:picChg>
      </pc:sldChg>
      <pc:sldChg chg="addSp delSp modSp new mod ord">
        <pc:chgData name="Pranathi Ravuru" userId="c2ad5127868e685d" providerId="LiveId" clId="{77040211-5B12-4B20-8A2C-BCA35A3E781A}" dt="2026-07-23T08:58:59.944" v="740" actId="27614"/>
        <pc:sldMkLst>
          <pc:docMk/>
          <pc:sldMk cId="2495612260" sldId="284"/>
        </pc:sldMkLst>
        <pc:picChg chg="add mod">
          <ac:chgData name="Pranathi Ravuru" userId="c2ad5127868e685d" providerId="LiveId" clId="{77040211-5B12-4B20-8A2C-BCA35A3E781A}" dt="2026-07-23T08:58:59.944" v="740" actId="27614"/>
          <ac:picMkLst>
            <pc:docMk/>
            <pc:sldMk cId="2495612260" sldId="284"/>
            <ac:picMk id="5" creationId="{D6126915-13D2-9EA8-2192-409DD5A4DF44}"/>
          </ac:picMkLst>
        </pc:picChg>
      </pc:sldChg>
      <pc:sldChg chg="addSp delSp modSp new mod ord">
        <pc:chgData name="Pranathi Ravuru" userId="c2ad5127868e685d" providerId="LiveId" clId="{77040211-5B12-4B20-8A2C-BCA35A3E781A}" dt="2026-07-23T09:01:29.065" v="747" actId="27614"/>
        <pc:sldMkLst>
          <pc:docMk/>
          <pc:sldMk cId="2426040820" sldId="285"/>
        </pc:sldMkLst>
        <pc:picChg chg="add mod">
          <ac:chgData name="Pranathi Ravuru" userId="c2ad5127868e685d" providerId="LiveId" clId="{77040211-5B12-4B20-8A2C-BCA35A3E781A}" dt="2026-07-23T09:01:29.065" v="747" actId="27614"/>
          <ac:picMkLst>
            <pc:docMk/>
            <pc:sldMk cId="2426040820" sldId="285"/>
            <ac:picMk id="5" creationId="{45CB75BA-1ACF-9D4E-CEDA-F14BE3952090}"/>
          </ac:picMkLst>
        </pc:picChg>
      </pc:sldChg>
      <pc:sldChg chg="addSp delSp modSp new mod">
        <pc:chgData name="Pranathi Ravuru" userId="c2ad5127868e685d" providerId="LiveId" clId="{77040211-5B12-4B20-8A2C-BCA35A3E781A}" dt="2026-07-26T14:49:50.576" v="754" actId="27614"/>
        <pc:sldMkLst>
          <pc:docMk/>
          <pc:sldMk cId="3602177662" sldId="286"/>
        </pc:sldMkLst>
        <pc:spChg chg="del">
          <ac:chgData name="Pranathi Ravuru" userId="c2ad5127868e685d" providerId="LiveId" clId="{77040211-5B12-4B20-8A2C-BCA35A3E781A}" dt="2026-07-26T14:48:40.931" v="752" actId="478"/>
          <ac:spMkLst>
            <pc:docMk/>
            <pc:sldMk cId="3602177662" sldId="286"/>
            <ac:spMk id="2" creationId="{4F1255D6-0315-5BEE-E56C-37E6D0AC3093}"/>
          </ac:spMkLst>
        </pc:spChg>
        <pc:spChg chg="del">
          <ac:chgData name="Pranathi Ravuru" userId="c2ad5127868e685d" providerId="LiveId" clId="{77040211-5B12-4B20-8A2C-BCA35A3E781A}" dt="2026-07-26T14:48:34.951" v="751" actId="478"/>
          <ac:spMkLst>
            <pc:docMk/>
            <pc:sldMk cId="3602177662" sldId="286"/>
            <ac:spMk id="3" creationId="{96299D4A-7210-3F85-9CE2-68891BB640AD}"/>
          </ac:spMkLst>
        </pc:spChg>
        <pc:picChg chg="add mod">
          <ac:chgData name="Pranathi Ravuru" userId="c2ad5127868e685d" providerId="LiveId" clId="{77040211-5B12-4B20-8A2C-BCA35A3E781A}" dt="2026-07-26T14:49:50.576" v="754" actId="27614"/>
          <ac:picMkLst>
            <pc:docMk/>
            <pc:sldMk cId="3602177662" sldId="286"/>
            <ac:picMk id="5" creationId="{71DE9A1E-8A33-4796-5086-4252D1ADAA85}"/>
          </ac:picMkLst>
        </pc:picChg>
      </pc:sldChg>
      <pc:sldChg chg="addSp delSp modSp new mod delAnim modAnim">
        <pc:chgData name="Pranathi Ravuru" userId="c2ad5127868e685d" providerId="LiveId" clId="{77040211-5B12-4B20-8A2C-BCA35A3E781A}" dt="2026-07-26T15:27:21.203" v="766"/>
        <pc:sldMkLst>
          <pc:docMk/>
          <pc:sldMk cId="733658915" sldId="287"/>
        </pc:sldMkLst>
        <pc:spChg chg="del">
          <ac:chgData name="Pranathi Ravuru" userId="c2ad5127868e685d" providerId="LiveId" clId="{77040211-5B12-4B20-8A2C-BCA35A3E781A}" dt="2026-07-26T14:49:55.729" v="756" actId="478"/>
          <ac:spMkLst>
            <pc:docMk/>
            <pc:sldMk cId="733658915" sldId="287"/>
            <ac:spMk id="2" creationId="{79B56F70-6FA6-D7B8-5B69-2E5C73B20F9D}"/>
          </ac:spMkLst>
        </pc:spChg>
        <pc:spChg chg="del">
          <ac:chgData name="Pranathi Ravuru" userId="c2ad5127868e685d" providerId="LiveId" clId="{77040211-5B12-4B20-8A2C-BCA35A3E781A}" dt="2026-07-26T14:50:00.034" v="757" actId="478"/>
          <ac:spMkLst>
            <pc:docMk/>
            <pc:sldMk cId="733658915" sldId="287"/>
            <ac:spMk id="3" creationId="{E55E9F93-DC48-1054-EF89-CFEC2B712C71}"/>
          </ac:spMkLst>
        </pc:spChg>
        <pc:picChg chg="add del">
          <ac:chgData name="Pranathi Ravuru" userId="c2ad5127868e685d" providerId="LiveId" clId="{77040211-5B12-4B20-8A2C-BCA35A3E781A}" dt="2026-07-26T15:03:01.320" v="759" actId="478"/>
          <ac:picMkLst>
            <pc:docMk/>
            <pc:sldMk cId="733658915" sldId="287"/>
            <ac:picMk id="5" creationId="{331CC396-9BF0-2954-46C8-609E21EAE9D1}"/>
          </ac:picMkLst>
        </pc:picChg>
        <pc:picChg chg="add del mod">
          <ac:chgData name="Pranathi Ravuru" userId="c2ad5127868e685d" providerId="LiveId" clId="{77040211-5B12-4B20-8A2C-BCA35A3E781A}" dt="2026-07-26T15:27:06.564" v="765" actId="478"/>
          <ac:picMkLst>
            <pc:docMk/>
            <pc:sldMk cId="733658915" sldId="287"/>
            <ac:picMk id="6" creationId="{575D27FE-4EE0-F64F-172D-6C09BAFF795E}"/>
          </ac:picMkLst>
        </pc:picChg>
        <pc:picChg chg="add mod">
          <ac:chgData name="Pranathi Ravuru" userId="c2ad5127868e685d" providerId="LiveId" clId="{77040211-5B12-4B20-8A2C-BCA35A3E781A}" dt="2026-07-26T15:27:21.203" v="766"/>
          <ac:picMkLst>
            <pc:docMk/>
            <pc:sldMk cId="733658915" sldId="287"/>
            <ac:picMk id="7" creationId="{571DBFA4-AA32-0FC2-9404-C6A74128F4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document is an assessment tool for a course on Cloud Computing and Big Data Analytics, including details of the course outcomes, assessment weightage, Dave's taxonomy level, total marks, and a certification statement from the students.&#10;&#10;AI-generated content may be incorrect.">
            <a:extLst>
              <a:ext uri="{FF2B5EF4-FFF2-40B4-BE49-F238E27FC236}">
                <a16:creationId xmlns:a16="http://schemas.microsoft.com/office/drawing/2014/main" id="{8E50E006-BDA0-D687-7971-82B7DA1AC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385"/>
            <a:ext cx="9144000" cy="632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56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is a diagram outlining the structure of a presentation on cloud computing topics, including a minimum slide flow, objectives, technical explanations, diagrams, use cases, and key takeaways.&#10;&#10;AI-generated content may be incorrect.">
            <a:extLst>
              <a:ext uri="{FF2B5EF4-FFF2-40B4-BE49-F238E27FC236}">
                <a16:creationId xmlns:a16="http://schemas.microsoft.com/office/drawing/2014/main" id="{D9323A07-A53A-6806-B20D-B3635937E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8361"/>
            <a:ext cx="9144000" cy="526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81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is diagram is a rubric for evaluating a technical presentation, detailing various criteria such as technical content, structure, use of visuals, communication, and professionalism, each with different levels of proficiency and weightage.&#10;&#10;AI-generated content may be incorrect.">
            <a:extLst>
              <a:ext uri="{FF2B5EF4-FFF2-40B4-BE49-F238E27FC236}">
                <a16:creationId xmlns:a16="http://schemas.microsoft.com/office/drawing/2014/main" id="{D6126915-13D2-9EA8-2192-409DD5A4D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0473"/>
            <a:ext cx="9144000" cy="433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1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9685" y="1506512"/>
            <a:ext cx="8446957" cy="113925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CO1-AT2-TECHNICAL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577" y="3126432"/>
            <a:ext cx="6879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CSA1522 : Cloud Computing for Bigdata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98400" y="4212237"/>
            <a:ext cx="29282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PRESENTED BY :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R. Pranathi(192525076)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M. Meghana(192525435)</a:t>
            </a: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4580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C642E-A3A2-056B-FDE1-5292BB9F77ED}"/>
              </a:ext>
            </a:extLst>
          </p:cNvPr>
          <p:cNvSpPr txBox="1"/>
          <p:nvPr/>
        </p:nvSpPr>
        <p:spPr>
          <a:xfrm>
            <a:off x="1225445" y="2190220"/>
            <a:ext cx="66931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virtualization enabled the growth of cloud service providers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DDEE557-DE99-4379-9416-B8193502CC83}"/>
              </a:ext>
            </a:extLst>
          </p:cNvPr>
          <p:cNvSpPr/>
          <p:nvPr/>
        </p:nvSpPr>
        <p:spPr>
          <a:xfrm>
            <a:off x="6627" y="13254"/>
            <a:ext cx="767730" cy="868195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A98A55AD-BFC2-13A4-573F-4B56CD58A06B}"/>
              </a:ext>
            </a:extLst>
          </p:cNvPr>
          <p:cNvSpPr/>
          <p:nvPr/>
        </p:nvSpPr>
        <p:spPr>
          <a:xfrm>
            <a:off x="8188410" y="-19879"/>
            <a:ext cx="955589" cy="98370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21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E7873C2-27AC-5461-3EAE-90C3016E6A90}"/>
              </a:ext>
            </a:extLst>
          </p:cNvPr>
          <p:cNvSpPr txBox="1"/>
          <p:nvPr/>
        </p:nvSpPr>
        <p:spPr>
          <a:xfrm>
            <a:off x="2263514" y="829273"/>
            <a:ext cx="43846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Virtualization</a:t>
            </a:r>
            <a:r>
              <a:rPr lang="en-IN" sz="3200" b="1" dirty="0"/>
              <a:t>?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BA6986-4ED5-E0EA-64D9-8CFD544C2327}"/>
              </a:ext>
            </a:extLst>
          </p:cNvPr>
          <p:cNvSpPr txBox="1"/>
          <p:nvPr/>
        </p:nvSpPr>
        <p:spPr>
          <a:xfrm>
            <a:off x="749508" y="1836746"/>
            <a:ext cx="7412636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Virtualization is the creation of multiple virtual machines (VMs) on a 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single physical server.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VM has its own operating system and applications.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allows efficient use of hardware resources.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 Server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Hypervisor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 Machines (VMs)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869A79B4-EA66-DCB3-01FB-00F9EE3D6C06}"/>
              </a:ext>
            </a:extLst>
          </p:cNvPr>
          <p:cNvSpPr/>
          <p:nvPr/>
        </p:nvSpPr>
        <p:spPr>
          <a:xfrm>
            <a:off x="6627" y="13254"/>
            <a:ext cx="767730" cy="868195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CF86EE8B-F93D-7262-C03C-99C6BAA9C451}"/>
              </a:ext>
            </a:extLst>
          </p:cNvPr>
          <p:cNvSpPr/>
          <p:nvPr/>
        </p:nvSpPr>
        <p:spPr>
          <a:xfrm>
            <a:off x="8188410" y="-19879"/>
            <a:ext cx="955589" cy="98370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256" y="521975"/>
            <a:ext cx="5351487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Computing?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57066-30C6-E252-46D3-F7051A34E639}"/>
              </a:ext>
            </a:extLst>
          </p:cNvPr>
          <p:cNvSpPr txBox="1"/>
          <p:nvPr/>
        </p:nvSpPr>
        <p:spPr>
          <a:xfrm>
            <a:off x="801973" y="2192392"/>
            <a:ext cx="6768059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computing services over the internet.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access servers, storage, databases, and software on demand.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Models: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1E0A019-08F8-2E9D-E44C-AF069BB84E50}"/>
              </a:ext>
            </a:extLst>
          </p:cNvPr>
          <p:cNvSpPr/>
          <p:nvPr/>
        </p:nvSpPr>
        <p:spPr>
          <a:xfrm>
            <a:off x="6627" y="13254"/>
            <a:ext cx="767730" cy="868195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23603777-6494-5862-CE94-F65B3B1C192E}"/>
              </a:ext>
            </a:extLst>
          </p:cNvPr>
          <p:cNvSpPr/>
          <p:nvPr/>
        </p:nvSpPr>
        <p:spPr>
          <a:xfrm>
            <a:off x="8188410" y="-19879"/>
            <a:ext cx="955589" cy="98370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B37F83-FF6B-6B43-E0B9-A133E3F54BAE}"/>
              </a:ext>
            </a:extLst>
          </p:cNvPr>
          <p:cNvSpPr txBox="1"/>
          <p:nvPr/>
        </p:nvSpPr>
        <p:spPr>
          <a:xfrm>
            <a:off x="2173574" y="823423"/>
            <a:ext cx="50591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Virtualization 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4323F8-6CE1-73E6-33F3-E77A4493BECB}"/>
              </a:ext>
            </a:extLst>
          </p:cNvPr>
          <p:cNvSpPr txBox="1"/>
          <p:nvPr/>
        </p:nvSpPr>
        <p:spPr>
          <a:xfrm>
            <a:off x="719528" y="2521697"/>
            <a:ext cx="6513226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server is installed.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is installed.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creates multiple VMs.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VM runs independently.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access services through the cloud.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CF967D04-3086-BC2A-4C26-3467C27A9488}"/>
              </a:ext>
            </a:extLst>
          </p:cNvPr>
          <p:cNvSpPr/>
          <p:nvPr/>
        </p:nvSpPr>
        <p:spPr>
          <a:xfrm>
            <a:off x="6627" y="13254"/>
            <a:ext cx="767730" cy="868195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9D7EFE95-0F22-6E48-52F9-F4F96E03E927}"/>
              </a:ext>
            </a:extLst>
          </p:cNvPr>
          <p:cNvSpPr/>
          <p:nvPr/>
        </p:nvSpPr>
        <p:spPr>
          <a:xfrm>
            <a:off x="8188410" y="-19879"/>
            <a:ext cx="955589" cy="98370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332DBF-241C-1503-4FE9-DD171C7A1CAE}"/>
              </a:ext>
            </a:extLst>
          </p:cNvPr>
          <p:cNvSpPr txBox="1"/>
          <p:nvPr/>
        </p:nvSpPr>
        <p:spPr>
          <a:xfrm>
            <a:off x="2345961" y="74579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11" name="Picture 10" descr="The image illustrates a hierarchical structure of cloud infrastructure, starting with physical hardware, followed by a hypervisor layer for virtualization, and multiple virtual machines (VMs) running different operating systems.&#10;&#10;AI-generated content may be incorrect.">
            <a:extLst>
              <a:ext uri="{FF2B5EF4-FFF2-40B4-BE49-F238E27FC236}">
                <a16:creationId xmlns:a16="http://schemas.microsoft.com/office/drawing/2014/main" id="{8DA42DA2-B6F6-762E-E0D6-8D7745217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169" y="1664719"/>
            <a:ext cx="4063662" cy="4808685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D3CDA8AD-6641-6FAB-3CA1-2090616D74E9}"/>
              </a:ext>
            </a:extLst>
          </p:cNvPr>
          <p:cNvSpPr/>
          <p:nvPr/>
        </p:nvSpPr>
        <p:spPr>
          <a:xfrm>
            <a:off x="6627" y="13254"/>
            <a:ext cx="767730" cy="868195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2CCE0F6A-71F7-8BA6-C98A-3AE0F843F597}"/>
              </a:ext>
            </a:extLst>
          </p:cNvPr>
          <p:cNvSpPr/>
          <p:nvPr/>
        </p:nvSpPr>
        <p:spPr>
          <a:xfrm>
            <a:off x="8188410" y="-19879"/>
            <a:ext cx="955589" cy="98370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2D2A489-2DA9-E80D-193B-C2B4840CF3C7}"/>
              </a:ext>
            </a:extLst>
          </p:cNvPr>
          <p:cNvSpPr txBox="1"/>
          <p:nvPr/>
        </p:nvSpPr>
        <p:spPr>
          <a:xfrm>
            <a:off x="629588" y="1715338"/>
            <a:ext cx="6902970" cy="4222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resource utilization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hardware cost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scalability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deployment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recovery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power consumption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 through VM isolation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781F3A-609E-2629-64F9-192421AE12A7}"/>
              </a:ext>
            </a:extLst>
          </p:cNvPr>
          <p:cNvSpPr txBox="1"/>
          <p:nvPr/>
        </p:nvSpPr>
        <p:spPr>
          <a:xfrm>
            <a:off x="2286000" y="545149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Virtualization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E0B7367F-F5AB-BFCA-DC3E-D3C5601EDB80}"/>
              </a:ext>
            </a:extLst>
          </p:cNvPr>
          <p:cNvSpPr/>
          <p:nvPr/>
        </p:nvSpPr>
        <p:spPr>
          <a:xfrm>
            <a:off x="6627" y="13254"/>
            <a:ext cx="767730" cy="868195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6E4F52EB-F424-06E3-A4E9-68DD2242DE07}"/>
              </a:ext>
            </a:extLst>
          </p:cNvPr>
          <p:cNvSpPr/>
          <p:nvPr/>
        </p:nvSpPr>
        <p:spPr>
          <a:xfrm>
            <a:off x="8188410" y="-19879"/>
            <a:ext cx="955589" cy="98370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C29908-3874-D49B-AD9B-958F7FD39364}"/>
              </a:ext>
            </a:extLst>
          </p:cNvPr>
          <p:cNvSpPr txBox="1"/>
          <p:nvPr/>
        </p:nvSpPr>
        <p:spPr>
          <a:xfrm>
            <a:off x="779489" y="1865239"/>
            <a:ext cx="688798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 EC2)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Uses virtualization to create virtual servers.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Customers launch VMs within minutes.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Pay only for used resources.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Supports businesses worldwide. </a:t>
            </a:r>
          </a:p>
          <a:p>
            <a:pPr>
              <a:lnSpc>
                <a:spcPct val="150000"/>
              </a:lnSpc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 Providers: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Platform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IBM Cloud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B9A7D8-2D91-0607-B731-97864D382465}"/>
              </a:ext>
            </a:extLst>
          </p:cNvPr>
          <p:cNvSpPr txBox="1"/>
          <p:nvPr/>
        </p:nvSpPr>
        <p:spPr>
          <a:xfrm>
            <a:off x="2390931" y="62855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71A414FA-4244-9DFB-068F-238C1C5D8DFE}"/>
              </a:ext>
            </a:extLst>
          </p:cNvPr>
          <p:cNvSpPr/>
          <p:nvPr/>
        </p:nvSpPr>
        <p:spPr>
          <a:xfrm>
            <a:off x="6627" y="13254"/>
            <a:ext cx="767730" cy="868195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C68DEF68-D1A9-3756-FF04-BCD11CD66AF9}"/>
              </a:ext>
            </a:extLst>
          </p:cNvPr>
          <p:cNvSpPr/>
          <p:nvPr/>
        </p:nvSpPr>
        <p:spPr>
          <a:xfrm>
            <a:off x="8188410" y="-19879"/>
            <a:ext cx="955589" cy="98370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B34896-6A43-AAF7-1509-FFE131A81D45}"/>
              </a:ext>
            </a:extLst>
          </p:cNvPr>
          <p:cNvSpPr txBox="1"/>
          <p:nvPr/>
        </p:nvSpPr>
        <p:spPr>
          <a:xfrm>
            <a:off x="779487" y="2675346"/>
            <a:ext cx="6580683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infrastructure costs.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server utilization.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on-demand resource allocation.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millions of users simultaneously.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reliability and scalability.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cloud services affordable.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059C44-A7A0-3657-A7BE-DDA8B118B02B}"/>
              </a:ext>
            </a:extLst>
          </p:cNvPr>
          <p:cNvSpPr txBox="1"/>
          <p:nvPr/>
        </p:nvSpPr>
        <p:spPr>
          <a:xfrm>
            <a:off x="2091127" y="701180"/>
            <a:ext cx="55613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Virtualization Helped  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Cloud Providers Grow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9528BAF-C8E5-F489-FC3B-727DF5797AC0}"/>
              </a:ext>
            </a:extLst>
          </p:cNvPr>
          <p:cNvSpPr/>
          <p:nvPr/>
        </p:nvSpPr>
        <p:spPr>
          <a:xfrm>
            <a:off x="6627" y="13254"/>
            <a:ext cx="767730" cy="868195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C5EF16C1-A12C-845D-20B9-8226AAC87D77}"/>
              </a:ext>
            </a:extLst>
          </p:cNvPr>
          <p:cNvSpPr/>
          <p:nvPr/>
        </p:nvSpPr>
        <p:spPr>
          <a:xfrm>
            <a:off x="8188410" y="-19879"/>
            <a:ext cx="955589" cy="98370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20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A713AE-195C-31D3-0BCC-B5E76950CB5A}"/>
              </a:ext>
            </a:extLst>
          </p:cNvPr>
          <p:cNvSpPr txBox="1"/>
          <p:nvPr/>
        </p:nvSpPr>
        <p:spPr>
          <a:xfrm>
            <a:off x="389744" y="2180032"/>
            <a:ext cx="7877331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is the foundation of cloud computing.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multiple virtual machines to share one physical server.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providers can deliver scalable, flexible, and cost-effective services.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cloud platforms rely heavily on virtualization technology.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BF103-588E-0E00-EFC8-B96866A64E50}"/>
              </a:ext>
            </a:extLst>
          </p:cNvPr>
          <p:cNvSpPr txBox="1"/>
          <p:nvPr/>
        </p:nvSpPr>
        <p:spPr>
          <a:xfrm>
            <a:off x="3275350" y="673521"/>
            <a:ext cx="2450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0703B18-3792-4433-4F91-C41C36DF197C}"/>
              </a:ext>
            </a:extLst>
          </p:cNvPr>
          <p:cNvSpPr/>
          <p:nvPr/>
        </p:nvSpPr>
        <p:spPr>
          <a:xfrm>
            <a:off x="6627" y="13254"/>
            <a:ext cx="767730" cy="868195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992A83DA-38F7-8D7C-B4C2-6ECD1CD78D28}"/>
              </a:ext>
            </a:extLst>
          </p:cNvPr>
          <p:cNvSpPr/>
          <p:nvPr/>
        </p:nvSpPr>
        <p:spPr>
          <a:xfrm>
            <a:off x="8188410" y="-19879"/>
            <a:ext cx="955589" cy="98370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38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ud Computing for Bigdata Analytics&#10;&#10;AI-generated content may be incorrect.">
            <a:extLst>
              <a:ext uri="{FF2B5EF4-FFF2-40B4-BE49-F238E27FC236}">
                <a16:creationId xmlns:a16="http://schemas.microsoft.com/office/drawing/2014/main" id="{71DE9A1E-8A33-4796-5086-4252D1ADA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206"/>
            <a:ext cx="9144000" cy="511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77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 video">
            <a:hlinkClick r:id="" action="ppaction://media"/>
            <a:extLst>
              <a:ext uri="{FF2B5EF4-FFF2-40B4-BE49-F238E27FC236}">
                <a16:creationId xmlns:a16="http://schemas.microsoft.com/office/drawing/2014/main" id="{571DBFA4-AA32-0FC2-9404-C6A74128F42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43188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5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79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ank You&#10;&#10;AI-generated content may be incorrect.">
            <a:extLst>
              <a:ext uri="{FF2B5EF4-FFF2-40B4-BE49-F238E27FC236}">
                <a16:creationId xmlns:a16="http://schemas.microsoft.com/office/drawing/2014/main" id="{45CB75BA-1ACF-9D4E-CEDA-F14BE3952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871" y="925613"/>
            <a:ext cx="4816257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40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305</Words>
  <Application>Microsoft Office PowerPoint</Application>
  <PresentationFormat>On-screen Show (4:3)</PresentationFormat>
  <Paragraphs>65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CO1-AT2-TECHNICAL PRESENTATION</vt:lpstr>
      <vt:lpstr>PowerPoint Presentation</vt:lpstr>
      <vt:lpstr>PowerPoint Presentation</vt:lpstr>
      <vt:lpstr>What is Cloud Computing?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SPIC Project Presentation</dc:title>
  <dc:subject/>
  <dc:creator/>
  <cp:keywords/>
  <dc:description>generated using python-pptx</dc:description>
  <cp:lastModifiedBy>Pranathi Ravuru</cp:lastModifiedBy>
  <cp:revision>2</cp:revision>
  <dcterms:created xsi:type="dcterms:W3CDTF">2013-01-27T09:14:16Z</dcterms:created>
  <dcterms:modified xsi:type="dcterms:W3CDTF">2026-07-26T15:27:29Z</dcterms:modified>
  <cp:category/>
</cp:coreProperties>
</file>